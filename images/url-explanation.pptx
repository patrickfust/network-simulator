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 varScale="1">
        <p:scale>
          <a:sx n="102" d="100"/>
          <a:sy n="102" d="100"/>
        </p:scale>
        <p:origin x="16" y="4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B3442-BCE0-834C-AA39-288CD2EF2E6B}" type="datetimeFigureOut">
              <a:rPr lang="da-DK" smtClean="0"/>
              <a:t>13.01.2026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D832D-30FF-5A46-82CC-CCC7C2AE326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202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D832D-30FF-5A46-82CC-CCC7C2AE326E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0774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AE572-E625-DDA0-A20C-D783FB0CA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6D950D3-3848-3D8B-62C5-46EACDFB6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7D011A3-4B7E-9570-29B9-8793DC69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298A1D-9EC5-5BF4-98FE-7768978CD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50D7001-1E13-36B2-D78D-B4503F77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9316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13972-C7A5-9931-20A0-F9D736D0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0B82D31-ECB3-6AD6-4823-123DACC16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983C50A-2FF9-4B60-C803-5AFDF2717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82C3D05-5A4B-0F4E-5A8F-4BF5691B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FDE7107-F2C5-2D2A-54B8-56611AEC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7254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EF547-8367-CE12-78B5-6859EB05C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8028162-D5BA-57BC-F40E-0F7B60868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34196DE-A20E-1C9B-BA17-2C2F433BE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267EAA7-2EC1-EDE9-3D85-2F7D6E1E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5BBBBAB-A250-8EE3-71C6-7F994278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5110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B37B1A-3908-DC52-1D00-C6B1E7C81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BC4A978-CEFA-DDEA-5E0A-0F68E5617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9735C4E-587A-3E6B-1A13-FEF8C2D73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E7BB650-A94A-4167-D5E9-D5B81579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D707020-3E3E-8D9D-2563-851BCB67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D5A97EE-7AEC-D893-6588-7D29C9532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586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34CA-75BD-7C2F-D989-9B74244D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FB71C52-C34B-F9EF-BB03-D42F3514F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089DF1F-22C3-BF8B-7EB2-08C4413C3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036FF97B-FB4F-5229-6718-B06872043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AA4A0C3E-348D-81F3-6F47-BCD98E221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1F664199-28BF-604C-A60B-5FF4CA2E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54C7CB46-663F-15B9-81B9-5F58E632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CC57435E-35AE-E619-A3EE-36926EB7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542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33C4C7-DECC-205D-A9F6-3A10197B6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361423D-1E1B-E403-7D82-AF3161B60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A7B10D7-F97E-33AC-6AAA-5E123614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74D3467-C87A-7DE8-7857-223C2E56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99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75C6F076-53C8-3C7B-E608-36D79D2B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3AAF82CC-3738-08A6-6438-4381DC7A8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C3310C6-9B51-EB86-D457-315EDFF5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3823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9FD67-FE31-9AFA-5512-8850E4ED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9191494-42DB-977A-F13D-20EA0A646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57C9070-F46A-46E1-F800-2685AD9AA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3448024-E83A-5DDD-D2B4-97E1AF07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6D8AA71-C85E-E44E-1A77-5AD5D575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DCA6762-0DD6-4B19-1832-CEC6FAB2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981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D576D2-1BBD-444D-3C70-7E7A3AE63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E240B378-55C9-DB4F-FBAD-6B4839D3B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0600892-BCC4-0923-A6C9-C0C30D48F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4013408-28DE-7C40-666E-0B9C52B1C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1902C36-13B9-4BC9-0163-EDA618DF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C6FD2CE-76D6-D351-9D9B-05268797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202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B4548-A4D5-ED1F-D0C0-83A88353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E107840-88A6-E9DE-9D43-1AA5A8D7C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92F0177-E46A-9640-998C-D3561A9B2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91594CC-90A7-4907-D004-C9794DF7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77A7708-EE5B-EA94-3158-B1AF95E9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72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9D3A8944-3540-F0E4-F9EF-4BE8F36D9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5E1DC3BF-843C-FEF2-F390-F3691FF73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B6C7EBB-44D1-7648-9F56-5E8BA140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B667972-3D44-F95D-C413-99E227090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695F1BF-C7A9-B840-00DE-E09987278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7582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DE90300F-2D5A-D5B1-29E7-39CDAA03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0B4C97D-7DF3-AEBB-6190-D7FA75621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CCC3570-8C46-3890-02A7-B73547F59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3F70F2-5D83-154C-A2A7-E102DD588968}" type="datetimeFigureOut">
              <a:rPr lang="da-DK" smtClean="0"/>
              <a:t>12.01.2026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29CE22D-8853-7FE5-821A-40E4731AC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C1D2B14-83CE-1426-7929-CBDA096A5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F187A-5A25-5A49-9EC2-5731F52E3E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3397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felt 3">
            <a:extLst>
              <a:ext uri="{FF2B5EF4-FFF2-40B4-BE49-F238E27FC236}">
                <a16:creationId xmlns:a16="http://schemas.microsoft.com/office/drawing/2014/main" id="{2EFA1198-D101-AD43-CFB9-7FA6B20AD086}"/>
              </a:ext>
            </a:extLst>
          </p:cNvPr>
          <p:cNvSpPr txBox="1"/>
          <p:nvPr/>
        </p:nvSpPr>
        <p:spPr>
          <a:xfrm>
            <a:off x="0" y="3429000"/>
            <a:ext cx="12539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http://localhost:9898/forward/payment-gateway/v1/</a:t>
            </a:r>
            <a:r>
              <a:rPr lang="da-D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accounts</a:t>
            </a:r>
            <a:endParaRPr lang="da-DK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Venstre klammeparentes 4">
            <a:extLst>
              <a:ext uri="{FF2B5EF4-FFF2-40B4-BE49-F238E27FC236}">
                <a16:creationId xmlns:a16="http://schemas.microsoft.com/office/drawing/2014/main" id="{97585BB0-1F0A-74CB-8021-2411CF6CFECA}"/>
              </a:ext>
            </a:extLst>
          </p:cNvPr>
          <p:cNvSpPr/>
          <p:nvPr/>
        </p:nvSpPr>
        <p:spPr>
          <a:xfrm rot="5400000">
            <a:off x="3680770" y="1796363"/>
            <a:ext cx="333632" cy="2931641"/>
          </a:xfrm>
          <a:prstGeom prst="leftBrace">
            <a:avLst>
              <a:gd name="adj1" fmla="val 55556"/>
              <a:gd name="adj2" fmla="val 50000"/>
            </a:avLst>
          </a:prstGeom>
          <a:ln>
            <a:solidFill>
              <a:schemeClr val="tx1">
                <a:lumMod val="50000"/>
                <a:lumOff val="50000"/>
                <a:alpha val="88661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602BD9D6-1A82-AB8B-3580-BEC6B24C9895}"/>
              </a:ext>
            </a:extLst>
          </p:cNvPr>
          <p:cNvSpPr txBox="1"/>
          <p:nvPr/>
        </p:nvSpPr>
        <p:spPr>
          <a:xfrm>
            <a:off x="2274837" y="2449036"/>
            <a:ext cx="3106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da-DK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the Network Simulator</a:t>
            </a:r>
          </a:p>
          <a:p>
            <a:pPr algn="ctr"/>
            <a:r>
              <a:rPr lang="da-DK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da-DK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deployed</a:t>
            </a:r>
            <a:endParaRPr lang="da-DK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Venstre klammeparentes 7">
            <a:extLst>
              <a:ext uri="{FF2B5EF4-FFF2-40B4-BE49-F238E27FC236}">
                <a16:creationId xmlns:a16="http://schemas.microsoft.com/office/drawing/2014/main" id="{C3C1DC0B-A9ED-1BEE-553D-D85C78FA4174}"/>
              </a:ext>
            </a:extLst>
          </p:cNvPr>
          <p:cNvSpPr/>
          <p:nvPr/>
        </p:nvSpPr>
        <p:spPr>
          <a:xfrm rot="5400000">
            <a:off x="5676817" y="2799751"/>
            <a:ext cx="333632" cy="924865"/>
          </a:xfrm>
          <a:prstGeom prst="leftBrace">
            <a:avLst>
              <a:gd name="adj1" fmla="val 23457"/>
              <a:gd name="adj2" fmla="val 50000"/>
            </a:avLst>
          </a:prstGeom>
          <a:ln>
            <a:solidFill>
              <a:schemeClr val="tx1">
                <a:lumMod val="50000"/>
                <a:lumOff val="50000"/>
                <a:alpha val="88661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AEA94C6C-76B8-44E7-2975-60CC6979639D}"/>
              </a:ext>
            </a:extLst>
          </p:cNvPr>
          <p:cNvSpPr txBox="1"/>
          <p:nvPr/>
        </p:nvSpPr>
        <p:spPr>
          <a:xfrm>
            <a:off x="5330074" y="2468587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Always</a:t>
            </a:r>
            <a:endParaRPr lang="da-DK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forward</a:t>
            </a:r>
          </a:p>
        </p:txBody>
      </p:sp>
      <p:sp>
        <p:nvSpPr>
          <p:cNvPr id="7" name="Venstre klammeparentes 6">
            <a:extLst>
              <a:ext uri="{FF2B5EF4-FFF2-40B4-BE49-F238E27FC236}">
                <a16:creationId xmlns:a16="http://schemas.microsoft.com/office/drawing/2014/main" id="{1ACE7721-E414-5E4B-9459-A0A8B438EBDC}"/>
              </a:ext>
            </a:extLst>
          </p:cNvPr>
          <p:cNvSpPr/>
          <p:nvPr/>
        </p:nvSpPr>
        <p:spPr>
          <a:xfrm rot="5400000">
            <a:off x="7336139" y="2238977"/>
            <a:ext cx="333632" cy="2046413"/>
          </a:xfrm>
          <a:prstGeom prst="leftBrace">
            <a:avLst>
              <a:gd name="adj1" fmla="val 55556"/>
              <a:gd name="adj2" fmla="val 50000"/>
            </a:avLst>
          </a:prstGeom>
          <a:ln>
            <a:solidFill>
              <a:schemeClr val="tx1">
                <a:lumMod val="50000"/>
                <a:lumOff val="50000"/>
                <a:alpha val="88661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C8826AA3-EC5C-8614-C42E-53E443DF7EAD}"/>
              </a:ext>
            </a:extLst>
          </p:cNvPr>
          <p:cNvSpPr txBox="1"/>
          <p:nvPr/>
        </p:nvSpPr>
        <p:spPr>
          <a:xfrm>
            <a:off x="6750972" y="2449036"/>
            <a:ext cx="1565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Target System</a:t>
            </a:r>
          </a:p>
          <a:p>
            <a:pPr algn="ctr"/>
            <a:r>
              <a:rPr lang="da-DK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name</a:t>
            </a:r>
            <a:endParaRPr lang="da-DK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Venstre klammeparentes 10">
            <a:extLst>
              <a:ext uri="{FF2B5EF4-FFF2-40B4-BE49-F238E27FC236}">
                <a16:creationId xmlns:a16="http://schemas.microsoft.com/office/drawing/2014/main" id="{3C2A6762-0EA4-CCDC-7D2E-ED5A42E715A9}"/>
              </a:ext>
            </a:extLst>
          </p:cNvPr>
          <p:cNvSpPr/>
          <p:nvPr/>
        </p:nvSpPr>
        <p:spPr>
          <a:xfrm rot="5400000">
            <a:off x="9224318" y="2491653"/>
            <a:ext cx="333632" cy="1541063"/>
          </a:xfrm>
          <a:prstGeom prst="leftBrace">
            <a:avLst>
              <a:gd name="adj1" fmla="val 55556"/>
              <a:gd name="adj2" fmla="val 50000"/>
            </a:avLst>
          </a:prstGeom>
          <a:ln>
            <a:solidFill>
              <a:schemeClr val="tx1">
                <a:lumMod val="50000"/>
                <a:lumOff val="50000"/>
                <a:alpha val="88661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205E7714-D72E-D09C-9160-A227063482F5}"/>
              </a:ext>
            </a:extLst>
          </p:cNvPr>
          <p:cNvSpPr txBox="1"/>
          <p:nvPr/>
        </p:nvSpPr>
        <p:spPr>
          <a:xfrm>
            <a:off x="8620603" y="2468587"/>
            <a:ext cx="1541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Ressource on</a:t>
            </a:r>
          </a:p>
          <a:p>
            <a:pPr algn="ctr"/>
            <a:r>
              <a:rPr lang="da-DK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Target system</a:t>
            </a:r>
          </a:p>
        </p:txBody>
      </p:sp>
      <p:sp>
        <p:nvSpPr>
          <p:cNvPr id="15" name="Venstre klammeparentes 14">
            <a:extLst>
              <a:ext uri="{FF2B5EF4-FFF2-40B4-BE49-F238E27FC236}">
                <a16:creationId xmlns:a16="http://schemas.microsoft.com/office/drawing/2014/main" id="{C4186D52-B6B1-795A-2757-06BC99B5D641}"/>
              </a:ext>
            </a:extLst>
          </p:cNvPr>
          <p:cNvSpPr/>
          <p:nvPr/>
        </p:nvSpPr>
        <p:spPr>
          <a:xfrm rot="16200000">
            <a:off x="5287149" y="892949"/>
            <a:ext cx="333632" cy="6144398"/>
          </a:xfrm>
          <a:prstGeom prst="leftBrace">
            <a:avLst>
              <a:gd name="adj1" fmla="val 55556"/>
              <a:gd name="adj2" fmla="val 50000"/>
            </a:avLst>
          </a:prstGeom>
          <a:ln>
            <a:solidFill>
              <a:schemeClr val="tx1">
                <a:lumMod val="50000"/>
                <a:lumOff val="50000"/>
                <a:alpha val="88661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1AAEFBB0-2ECA-E1B2-5FF2-3AC824ADFC46}"/>
              </a:ext>
            </a:extLst>
          </p:cNvPr>
          <p:cNvSpPr txBox="1"/>
          <p:nvPr/>
        </p:nvSpPr>
        <p:spPr>
          <a:xfrm>
            <a:off x="4883135" y="4131964"/>
            <a:ext cx="1141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Base URL</a:t>
            </a:r>
          </a:p>
        </p:txBody>
      </p:sp>
    </p:spTree>
    <p:extLst>
      <p:ext uri="{BB962C8B-B14F-4D97-AF65-F5344CB8AC3E}">
        <p14:creationId xmlns:p14="http://schemas.microsoft.com/office/powerpoint/2010/main" val="1454068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31</Words>
  <Application>Microsoft Macintosh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Fust</dc:creator>
  <cp:lastModifiedBy>Patrick Fust</cp:lastModifiedBy>
  <cp:revision>13</cp:revision>
  <dcterms:created xsi:type="dcterms:W3CDTF">2026-01-12T14:40:04Z</dcterms:created>
  <dcterms:modified xsi:type="dcterms:W3CDTF">2026-01-13T10:05:49Z</dcterms:modified>
</cp:coreProperties>
</file>